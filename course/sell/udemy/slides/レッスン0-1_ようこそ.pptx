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コースへようこそ。最初のレッスンでは、コードは書きません。でもここが一番大事です。何を学ぶかの前に、『詰まったときにどう動くか』を先に決めます。これを知っているかどうかで、続くか挫折するか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しあなたが過去にプログラミングで挫折したことがあっても、それはあなたのせいじゃありません。初学者がつまずく場所は、驚くほど決まっています。書いた通りなのにエラーが出る、英語のエラーが読めない、なぜ動いたか分からない、質問相手がいない。この教材は、この4つを潰すために作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教材は3つを約束します。1つ、手順は分岐まで書く。2つ、AIの使い方を技術として教える。3つ、必ず動くものが残る。特に2つ目。いまや現役エンジニアのほとんどがAIを使っていますが、多くの教材はAIをおまけ扱いします。この教材は違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レッスンは4ステップで進めます。読む、打つ、AIに説明させる、そして自分で変える。3番目を飛ばさないでください。AIに『このコードを1行ずつ説明して』と投げると、自分の理解の穴が一気に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手で打つ』と聞くと面倒に感じますよね。でも、コピペは5秒で終わりますが、手打ちは2分かかる。その差の約2分が、タイポの直し方とエラーの読み方を、あなたの手に覚えさせてくれます。だからこの教材では、コードは手で打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詰まったら、15分だけ自力で粘ってください。超えたらこの順で助けを借ります。つまずきポイント、エラー図鑑、AIに聞く、そのまま検索、最後は翌日に回す。5番目は逃げではありません。一晩寝かせると解決することは、プロでも日常的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約束です。完璧に理解してから進もうとしないでください。理解度7割で先へ。プログラミングの知識は後の章で何度も再登場します。1回目で7割、2回目で9割、3回目で腹落ち、が普通のペース。『完全に理解してから次へ』は、最も多い挫折パター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の中では、こうした記号で節を示します。ゴール、完成イメージ、手を動かす、つまずきポイント、AIに聞いてみよう、演習、章末チェック、そして詰まったとき用の記号。特に、つまずきポイントは必読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詰まったときのAIへの聞き方も、最初のテンプレを渡しておきます。これをコピペして使ってください。ポイントは最後の一文。『いきなり答えのコードは出さないで』と付けること。こう指示すると、AIが代筆屋ではなく、先生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今日決めたのは3つ。コードは手で打つ、15分ルール、7割で進む。この3つを胸に、次のレッスンへ進みましょう。次回は、挫折しない学び方の“設計”です。おつかれさまでした。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第0部 オリエンテーション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レッスン 0-1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ようこそ / この教材の使い方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あなたは、何も悪くない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もし過去に挫折した経験があっても、それはほぼ確実に「教材の設計の問題」です。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初学者がつまずく瞬間は、驚くほど決まっています：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書いてある通りにやったのに、エラーが出る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英語のエラーが出て、どこを直せばいいか分からない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動いたけれど、「なぜ動いたか」が分からないまま進む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質問できる相手がいない（何を聞けばいいかも分からない）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この教材は、この4つを潰すことだけを考えて作りました。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この教材の3つの約束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508760"/>
            <a:ext cx="10131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手順は、必ず「分岐」まで書く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「〇〇して」で終わらせず、うまくいかない時にどうするか、まで書きます。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926080"/>
            <a:ext cx="10131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AIの使い方を、技術として教える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聞き方・検証の仕方・任せてはいけない範囲まで、独立した項目として扱います。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343400"/>
            <a:ext cx="10131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必ず「動くもの」が手元に残る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各部の最後に総合演習。修了時、GitHubに5つの作品が並びます。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写経して終わりにしない ── 学習の4ステップ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特に③を飛ばさないでください。ここで理解の穴が見つかります。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EDF4F1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読む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解説を読んで、やろうとしていることを掴む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447288" y="214884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EDF4F1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打つ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コードを自分で打つ（コピペしない）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54496" y="214884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EDF4F1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説明させる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AIに「1行ずつ説明して」と投げる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061704" y="214884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EDF4F1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変える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演習で、自分の意図でコードを変える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なぜ、コピペせずに手で打つのか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908792" cy="2194560"/>
          </a:xfrm>
          <a:prstGeom prst="roundRect">
            <a:avLst>
              <a:gd name="adj" fmla="val 4167"/>
            </a:avLst>
          </a:prstGeom>
          <a:solidFill>
            <a:srgbClr val="EDF4F1"/>
          </a:solidFill>
          <a:ln/>
        </p:spPr>
        <p:txBody>
          <a:bodyPr wrap="square" lIns="254000" tIns="254000" rIns="254000" bIns="254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コピペは5秒。手打ちは2分。
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その差の1分55秒が、タイポの直し方とエラーの読み方を教えてくれます。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63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この教材では、コードは手で打ってください。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詰まったときの「15分ルール」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15分だけ自力で粘る。超えたら、この順で助けを借ります。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96596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そのレッスンの「つまずきポイント」を読み直す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1576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巻末の「エラー図鑑」でエラーを検索する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65576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465576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AIに聞く（聞き方は 0-6 で学びます）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15384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215384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エラーメッセージをそのまま検索する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65192"/>
            <a:ext cx="548640" cy="548640"/>
          </a:xfrm>
          <a:prstGeom prst="rect">
            <a:avLst/>
          </a:prstGeom>
          <a:solidFill>
            <a:srgbClr val="6A4F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96519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いったん飛ばして、翌日もう一度見る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⑤は「逃げ」ではありません。一晩寝かせて解決するのは、プロでも日常的にあります。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完璧に理解してから、進もうとしない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908792" cy="2103120"/>
          </a:xfrm>
          <a:prstGeom prst="roundRect">
            <a:avLst>
              <a:gd name="adj" fmla="val 4348"/>
            </a:avLst>
          </a:prstGeom>
          <a:solidFill>
            <a:srgbClr val="EEE9F7"/>
          </a:solidFill>
          <a:ln/>
        </p:spPr>
        <p:txBody>
          <a:bodyPr wrap="square" lIns="254000" tIns="254000" rIns="254000" bIns="254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理解度は7割でOK。
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知識は後の章で何度も再登場します。1回目で7割、2回目で9割、3回目で腹落ち。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4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「完全に理解してから次へ」は、最も多い挫折パターンです。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この教材で使う記号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このレッスンのゴール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367784" y="169164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📸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095488" y="169164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✍️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手を動かすパート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つまずきポイント（必読）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367784" y="297180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AIに聞いてみよう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095488" y="297180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🔧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5196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章末チェック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67784" y="425196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🆘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ここで詰まったら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95488" y="425196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</a:t>
            </a:r>
            <a:pPr algn="l" indent="0" marL="0">
              <a:buNone/>
            </a:pPr>
            <a:r>
              <a:rPr lang="en-US" sz="14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補足・豆知識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詰まったら、AIにこう聞く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各レッスンの手が止まりやすい箇所に「🆘 ここで詰まったら」を置いています。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08792" cy="2011680"/>
          </a:xfrm>
          <a:prstGeom prst="roundRect">
            <a:avLst>
              <a:gd name="adj" fmla="val 3636"/>
            </a:avLst>
          </a:prstGeom>
          <a:solidFill>
            <a:srgbClr val="EDF4F1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初心者です。○○をしようとして、△△というエラー（または状態）になりました。原因の候補と、私が自分で確認する手順を、やさしく教えてください。いきなり答えのコードは出さないでください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ポイントは最後の一文。「答えのコードは出さないで」と付けると、AIが“代筆屋”ではなく“先生”になります。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章末チェック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8EE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コードはコピペせず、手で打つと決めた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8EE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詰まったときの「15分ルール」の流れを説明できる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8EE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理解度7割で次へ進んでよい、と納得した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9377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次のレッスン →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0-2 挫折しない学び方の設計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2026-09-21T02:05:15Z</dcterms:created>
  <dcterms:modified xsi:type="dcterms:W3CDTF">2026-09-21T02:05:15Z</dcterms:modified>
</cp:coreProperties>
</file>